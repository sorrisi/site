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83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0" y="0"/>
            <a:ext cx="5212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0"/>
            <a:ext cx="5212080" cy="51435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931920" cy="594360"/>
          </a:xfrm>
          <a:prstGeom prst="rect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3152"/>
            <a:ext cx="1463040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777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6F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Volte a sorrir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confiança.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1097280" cy="36576"/>
          </a:xfrm>
          <a:prstGeom prst="rect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20116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implante dentário é a solução mais próxima de um dente natural — com função, estética e durabilidade que transformam sua qualidade de vida.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Instituto Sorrisi, cada caso é planejado individualmente, com tomografia computadorizada e acompanhamento especializado do início ao fim.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3520440"/>
            <a:ext cx="3474720" cy="685800"/>
          </a:xfrm>
          <a:prstGeom prst="rect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Ringo Star Begnami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3858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 em Implantodontia  ·  CRO-RJ 45101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74320" y="4251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e planejamento individualizados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Implante unitário e reabilitação total (Protocolo)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Parcelamento em até 10x ou PIX com desconto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114800" y="137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Implante Dentário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4320" y="4846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@institutosorrisi  ·  (22) 99849-6156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0" y="0"/>
            <a:ext cx="5212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0"/>
            <a:ext cx="5212080" cy="5143500"/>
          </a:xfrm>
          <a:prstGeom prst="rect">
            <a:avLst/>
          </a:prstGeom>
          <a:solidFill>
            <a:srgbClr val="5B2D8E">
              <a:alpha val="12000"/>
            </a:srgbClr>
          </a:solidFill>
          <a:ln w="12700">
            <a:solidFill>
              <a:srgbClr val="5B2D8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931920" cy="5943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3152"/>
            <a:ext cx="1463040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C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Conheça o especialista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777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Conheça o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274320" y="1691640"/>
            <a:ext cx="3474720" cy="5943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Ringo Star Begnami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C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Implantodontista  ·  CRO-RJ 45101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743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o Dr. Ringo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74320" y="2743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 em Implantodontia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Atende no Instituto Sorrisi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Planejamento com tomografia computadorizada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Implante unitário e reabilitação total com Protocolo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 humanizado e personalizado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tratamos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74320" y="42976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Implante Unitário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74320" y="449884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Substituição de 1 ou mais dentes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103120" y="42976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Prótese Protocolo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103120" y="449884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Reabilitação total fixa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274320" y="4709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Enxerto Ósseo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74320" y="49103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Recuperação de estrutura óssea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2103120" y="4709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Lev. de Seio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103120" y="49103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Implantes na região posterior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274320" y="4846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@institutosorrisi  ·  (22) 99849-6156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0" y="0"/>
            <a:ext cx="5212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0"/>
            <a:ext cx="5212080" cy="5143500"/>
          </a:xfrm>
          <a:prstGeom prst="rect">
            <a:avLst/>
          </a:prstGeom>
          <a:solidFill>
            <a:srgbClr val="001030">
              <a:alpha val="18000"/>
            </a:srgbClr>
          </a:solidFill>
          <a:ln w="12700">
            <a:solidFill>
              <a:srgbClr val="0B6FA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931920" cy="594360"/>
          </a:xfrm>
          <a:prstGeom prst="rect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3152"/>
            <a:ext cx="1463040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 o tratamento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777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F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B6F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tratamento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274320" y="1737360"/>
            <a:ext cx="347472" cy="347472"/>
          </a:xfrm>
          <a:prstGeom prst="ellipse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7739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43484" y="2084832"/>
            <a:ext cx="9144" cy="2468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9808" y="17556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9808" y="19385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Exame clínico e tomografia para planejamento preciso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4320" y="2331720"/>
            <a:ext cx="347472" cy="347472"/>
          </a:xfrm>
          <a:prstGeom prst="ellipse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23682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43484" y="2679192"/>
            <a:ext cx="9144" cy="2468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2350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Planejamento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49808" y="25328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 do melhor tratamento para o seu caso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74320" y="2926080"/>
            <a:ext cx="347472" cy="347472"/>
          </a:xfrm>
          <a:prstGeom prst="ellipse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29626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43484" y="3273552"/>
            <a:ext cx="9144" cy="2468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9808" y="2944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Cirurgia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49808" y="31272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Instalação do implante com anestesia local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74320" y="3520440"/>
            <a:ext cx="347472" cy="347472"/>
          </a:xfrm>
          <a:prstGeom prst="ellipse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35570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43484" y="3867912"/>
            <a:ext cx="9144" cy="2468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9808" y="3538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Cicatrização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49808" y="37216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de osseointegração: 2 a 6 meses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74320" y="4114800"/>
            <a:ext cx="347472" cy="347472"/>
          </a:xfrm>
          <a:prstGeom prst="ellipse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4320" y="41513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49808" y="4133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Prótese definitiva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749808" y="4315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Instalação da coroa ou prótese com resultado natural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74320" y="4617720"/>
            <a:ext cx="347472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148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B6F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Sorrisi: </a:t>
            </a: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 dedicado  ·  tomografia  ·  ambiente acolhedor  ·  até 10x no cartão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274320" y="4919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@institutosorrisi  ·  (22) 99849-6156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6FA4"/>
          </a:solidFill>
          <a:ln w="12700">
            <a:solidFill>
              <a:srgbClr val="0B6FA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3152"/>
            <a:ext cx="14630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1920" y="164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Investimento no seu sorriso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31920" y="594360"/>
            <a:ext cx="5212080" cy="45491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31920" y="594360"/>
            <a:ext cx="5212080" cy="4549140"/>
          </a:xfrm>
          <a:prstGeom prst="rect">
            <a:avLst/>
          </a:prstGeom>
          <a:solidFill>
            <a:srgbClr val="000020">
              <a:alpha val="22000"/>
            </a:srgbClr>
          </a:solidFill>
          <a:ln w="12700">
            <a:solidFill>
              <a:srgbClr val="0B6FA4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85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de valores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57463"/>
              </p:ext>
            </p:extLst>
          </p:nvPr>
        </p:nvGraphicFramePr>
        <p:xfrm>
          <a:off x="228600" y="1051560"/>
          <a:ext cx="3566160" cy="3277447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Procedimento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Implante — Fase </a:t>
                      </a:r>
                      <a:r>
                        <a:rPr lang="en-US" sz="750" dirty="0" err="1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Cirúrgica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R$ 1.800,00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Implante — Fase Protética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Coroa Provisória sobre Implante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R$ 750,00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Enxerto Ósseo para Implante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R$ 3.000,00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Levantamento de Seio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R$ 3.000,00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Lev. de Seio Atraumático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 Pilar (parafuso)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R$ 250,00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2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Instalação de Cicatrizador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Ajuste do Implante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Protocolo Inferior — Cirúrgica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R$ 9.000,00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Protocolo Inferior — Protética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R$ 9.000,00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Protocolo Superior — Cirúrgica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R$ 9.000,00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C2C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Protocolo Superior — Protética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B6FA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R$ 9.000,00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228600" y="434340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Valores vigentes em 2026. Sujeitos a alteração.</a:t>
            </a:r>
            <a:endParaRPr lang="en-US" sz="650" dirty="0"/>
          </a:p>
        </p:txBody>
      </p:sp>
      <p:sp>
        <p:nvSpPr>
          <p:cNvPr id="10" name="Shape 5"/>
          <p:cNvSpPr/>
          <p:nvPr/>
        </p:nvSpPr>
        <p:spPr>
          <a:xfrm>
            <a:off x="228600" y="4572000"/>
            <a:ext cx="3611880" cy="4572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Pagamento: </a:t>
            </a: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Cartão em até 10x sem juros  ·  PIX com desconto  ·  Parcelamento em até 21x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114800" y="2011680"/>
            <a:ext cx="4937760" cy="822960"/>
          </a:xfrm>
          <a:prstGeom prst="rect">
            <a:avLst/>
          </a:prstGeom>
          <a:noFill/>
          <a:ln/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“Recuperei meu sorriso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minha autoestima.”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114800" y="28803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0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 Instituto Sorrisi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206240" y="3337560"/>
            <a:ext cx="4754880" cy="868680"/>
          </a:xfrm>
          <a:prstGeom prst="rect">
            <a:avLst/>
          </a:prstGeom>
          <a:solidFill>
            <a:srgbClr val="0B6FA4">
              <a:alpha val="88000"/>
            </a:srgbClr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206240" y="34015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Agende sua avaliação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206240" y="3749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(22) 99849-6156  ·  @institutosorrisi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206240" y="39959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C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 novo sorriso começa com uma conversa.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8595360" y="48874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Apresentação na tela (16:9)</PresentationFormat>
  <Paragraphs>100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Implante Dentário — Instituto Sorrisi 2026</dc:title>
  <dc:subject>PptxGenJS Presentation</dc:subject>
  <dc:creator>Instituto Sorrisi</dc:creator>
  <cp:lastModifiedBy>Lucas Scotta</cp:lastModifiedBy>
  <cp:revision>2</cp:revision>
  <dcterms:created xsi:type="dcterms:W3CDTF">2026-06-14T23:17:20Z</dcterms:created>
  <dcterms:modified xsi:type="dcterms:W3CDTF">2026-06-14T23:17:49Z</dcterms:modified>
</cp:coreProperties>
</file>